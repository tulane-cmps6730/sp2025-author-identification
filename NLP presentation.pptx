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Average"/>
      <p:regular r:id="rId13"/>
    </p:embeddedFon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verage-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2710de03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2710de03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2710de03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52710de03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52710de0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52710de0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2710de03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2710de03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2710de03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2710de03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2710de03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2710de03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Authorship Verification</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Xinzhao You and Jiangpeng Liu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The core task is Authorship Verification. Can we algorithmically determine if two different text samples were written by the same person?</a:t>
            </a:r>
            <a:endParaRPr/>
          </a:p>
          <a:p>
            <a:pPr indent="-342900" lvl="0" marL="457200" rtl="0" algn="l">
              <a:spcBef>
                <a:spcPts val="0"/>
              </a:spcBef>
              <a:spcAft>
                <a:spcPts val="0"/>
              </a:spcAft>
              <a:buSzPts val="1800"/>
              <a:buChar char="●"/>
            </a:pPr>
            <a:r>
              <a:rPr lang="en"/>
              <a:t>Goal: Use Natural Language Processing (NLP) to analyze linguistic style and identify patterns indicating single or multiple authors.</a:t>
            </a:r>
            <a:endParaRPr/>
          </a:p>
          <a:p>
            <a:pPr indent="-342900" lvl="0" marL="457200" rtl="0" algn="l">
              <a:spcBef>
                <a:spcPts val="0"/>
              </a:spcBef>
              <a:spcAft>
                <a:spcPts val="0"/>
              </a:spcAft>
              <a:buSzPts val="1800"/>
              <a:buChar char="●"/>
            </a:pPr>
            <a:r>
              <a:rPr lang="en"/>
              <a:t>Motivation: Identifying the single author behind multiple anonymous online accounts used for disinformation campaigns.</a:t>
            </a:r>
            <a:endParaRPr/>
          </a:p>
          <a:p>
            <a:pPr indent="-342900" lvl="0" marL="457200" rtl="0" algn="l">
              <a:spcBef>
                <a:spcPts val="0"/>
              </a:spcBef>
              <a:spcAft>
                <a:spcPts val="0"/>
              </a:spcAft>
              <a:buSzPts val="1800"/>
              <a:buChar char="●"/>
            </a:pPr>
            <a:r>
              <a:rPr lang="en"/>
              <a:t>With the new model, we might be able to determine if Elon Musk has an alt account.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Datasets:</a:t>
            </a:r>
            <a:endParaRPr/>
          </a:p>
          <a:p>
            <a:pPr indent="-342900" lvl="0" marL="457200" rtl="0" algn="l">
              <a:spcBef>
                <a:spcPts val="1200"/>
              </a:spcBef>
              <a:spcAft>
                <a:spcPts val="0"/>
              </a:spcAft>
              <a:buSzPts val="1800"/>
              <a:buChar char="●"/>
            </a:pPr>
            <a:r>
              <a:rPr lang="en"/>
              <a:t>Pan13 Dataset and Pan15 Dataset</a:t>
            </a:r>
            <a:endParaRPr/>
          </a:p>
          <a:p>
            <a:pPr indent="-342900" lvl="0" marL="457200" rtl="0" algn="l">
              <a:spcBef>
                <a:spcPts val="0"/>
              </a:spcBef>
              <a:spcAft>
                <a:spcPts val="0"/>
              </a:spcAft>
              <a:buSzPts val="1800"/>
              <a:buChar char="●"/>
            </a:pPr>
            <a:r>
              <a:rPr lang="en"/>
              <a:t>Tweets from public figures (e.g., Elon Musk, Donald Trump).</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Collection: Web scraping for Gutenberg data</a:t>
            </a:r>
            <a:endParaRPr/>
          </a:p>
          <a:p>
            <a:pPr indent="-342900" lvl="0" marL="457200" rtl="0" algn="l">
              <a:spcBef>
                <a:spcPts val="0"/>
              </a:spcBef>
              <a:spcAft>
                <a:spcPts val="0"/>
              </a:spcAft>
              <a:buSzPts val="1800"/>
              <a:buChar char="●"/>
            </a:pPr>
            <a:r>
              <a:rPr lang="en"/>
              <a:t>Challenges: Potential issues include data preprocessing and selecting appropriate features (like sentence length).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Core Algorithm: Utilizing BERT (Bidirectional Encoder Representations from Transformers) models.</a:t>
            </a:r>
            <a:endParaRPr/>
          </a:p>
          <a:p>
            <a:pPr indent="-342900" lvl="0" marL="457200" rtl="0" algn="l">
              <a:spcBef>
                <a:spcPts val="0"/>
              </a:spcBef>
              <a:spcAft>
                <a:spcPts val="0"/>
              </a:spcAft>
              <a:buSzPts val="1800"/>
              <a:buChar char="●"/>
            </a:pPr>
            <a:r>
              <a:rPr lang="en"/>
              <a:t>Tools: Using existing libraries like PyTorch and Transformers.</a:t>
            </a:r>
            <a:endParaRPr/>
          </a:p>
          <a:p>
            <a:pPr indent="-342900" lvl="0" marL="457200" rtl="0" algn="l">
              <a:spcBef>
                <a:spcPts val="0"/>
              </a:spcBef>
              <a:spcAft>
                <a:spcPts val="0"/>
              </a:spcAft>
              <a:buSzPts val="1800"/>
              <a:buChar char="●"/>
            </a:pPr>
            <a:r>
              <a:rPr lang="en"/>
              <a:t>Exploration: Considering variants like ConvBERT and ModernBERT for potential improvements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Work</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Differences from Prior Work:</a:t>
            </a:r>
            <a:endParaRPr/>
          </a:p>
          <a:p>
            <a:pPr indent="-342900" lvl="0" marL="457200" rtl="0" algn="l">
              <a:spcBef>
                <a:spcPts val="1200"/>
              </a:spcBef>
              <a:spcAft>
                <a:spcPts val="0"/>
              </a:spcAft>
              <a:buSzPts val="1800"/>
              <a:buChar char="●"/>
            </a:pPr>
            <a:r>
              <a:rPr lang="en"/>
              <a:t>While some previous work used traditional methods like Random Forests or CNNs, this project focuses on advanced Transformer models like BERT.</a:t>
            </a:r>
            <a:endParaRPr/>
          </a:p>
          <a:p>
            <a:pPr indent="-342900" lvl="0" marL="457200" rtl="0" algn="l">
              <a:spcBef>
                <a:spcPts val="0"/>
              </a:spcBef>
              <a:spcAft>
                <a:spcPts val="0"/>
              </a:spcAft>
              <a:buSzPts val="1800"/>
              <a:buChar char="●"/>
            </a:pPr>
            <a:r>
              <a:rPr lang="en"/>
              <a:t>Distinguishes from related tasks like genre classification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Status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Downloaded and initially explored the Gutenberg and PAN 2015 datasets</a:t>
            </a:r>
            <a:endParaRPr/>
          </a:p>
          <a:p>
            <a:pPr indent="-342900" lvl="0" marL="457200" rtl="0" algn="l">
              <a:spcBef>
                <a:spcPts val="0"/>
              </a:spcBef>
              <a:spcAft>
                <a:spcPts val="0"/>
              </a:spcAft>
              <a:buSzPts val="1800"/>
              <a:buChar char="●"/>
            </a:pPr>
            <a:r>
              <a:rPr lang="en"/>
              <a:t>Datasets other than Pan 2015 requires too much hardware resources on our available hardware (RTX 4080S)</a:t>
            </a:r>
            <a:endParaRPr/>
          </a:p>
          <a:p>
            <a:pPr indent="-342900" lvl="0" marL="457200" rtl="0" algn="l">
              <a:spcBef>
                <a:spcPts val="0"/>
              </a:spcBef>
              <a:spcAft>
                <a:spcPts val="0"/>
              </a:spcAft>
              <a:buSzPts val="1800"/>
              <a:buChar char="●"/>
            </a:pPr>
            <a:r>
              <a:rPr lang="en"/>
              <a:t>Wrote a BERT base model for authorship verification</a:t>
            </a:r>
            <a:endParaRPr/>
          </a:p>
          <a:p>
            <a:pPr indent="-342900" lvl="0" marL="457200" rtl="0" algn="l">
              <a:spcBef>
                <a:spcPts val="0"/>
              </a:spcBef>
              <a:spcAft>
                <a:spcPts val="0"/>
              </a:spcAft>
              <a:buSzPts val="1800"/>
              <a:buChar char="●"/>
            </a:pPr>
            <a:r>
              <a:rPr lang="en"/>
              <a:t>Current average F1 score: 0.7</a:t>
            </a:r>
            <a:endParaRPr/>
          </a:p>
        </p:txBody>
      </p:sp>
      <p:pic>
        <p:nvPicPr>
          <p:cNvPr id="91" name="Google Shape;91;p18"/>
          <p:cNvPicPr preferRelativeResize="0"/>
          <p:nvPr/>
        </p:nvPicPr>
        <p:blipFill>
          <a:blip r:embed="rId3">
            <a:alphaModFix/>
          </a:blip>
          <a:stretch>
            <a:fillRect/>
          </a:stretch>
        </p:blipFill>
        <p:spPr>
          <a:xfrm>
            <a:off x="4260300" y="2417504"/>
            <a:ext cx="4572001" cy="2064400"/>
          </a:xfrm>
          <a:prstGeom prst="rect">
            <a:avLst/>
          </a:prstGeom>
          <a:noFill/>
          <a:ln>
            <a:noFill/>
          </a:ln>
        </p:spPr>
      </p:pic>
      <p:pic>
        <p:nvPicPr>
          <p:cNvPr id="92" name="Google Shape;92;p18" title="Screenshot 2025-04-21 at 14.42.53.png"/>
          <p:cNvPicPr preferRelativeResize="0"/>
          <p:nvPr/>
        </p:nvPicPr>
        <p:blipFill>
          <a:blip r:embed="rId4">
            <a:alphaModFix/>
          </a:blip>
          <a:stretch>
            <a:fillRect/>
          </a:stretch>
        </p:blipFill>
        <p:spPr>
          <a:xfrm>
            <a:off x="1651850" y="4481900"/>
            <a:ext cx="5840292" cy="66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Remaining Steps:</a:t>
            </a:r>
            <a:endParaRPr/>
          </a:p>
          <a:p>
            <a:pPr indent="-342900" lvl="0" marL="457200" rtl="0" algn="l">
              <a:spcBef>
                <a:spcPts val="1200"/>
              </a:spcBef>
              <a:spcAft>
                <a:spcPts val="0"/>
              </a:spcAft>
              <a:buSzPts val="1800"/>
              <a:buChar char="●"/>
            </a:pPr>
            <a:r>
              <a:rPr lang="en"/>
              <a:t>(This Week) Optimizing our model, tuning hyperparameters, and experimenting </a:t>
            </a:r>
            <a:r>
              <a:rPr lang="en"/>
              <a:t>with other BERT variants.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Conclusion</a:t>
            </a:r>
            <a:endParaRPr/>
          </a:p>
          <a:p>
            <a:pPr indent="-342900" lvl="0" marL="457200" rtl="0" algn="l">
              <a:spcBef>
                <a:spcPts val="1200"/>
              </a:spcBef>
              <a:spcAft>
                <a:spcPts val="0"/>
              </a:spcAft>
              <a:buSzPts val="1800"/>
              <a:buChar char="●"/>
            </a:pPr>
            <a:r>
              <a:rPr lang="en"/>
              <a:t>Our project is focused on developing a robust NLP-based method for authorship identification, specifically aiming to determine if different texts originate from the same author. By leveraging advanced deep learning models like BERT and its variants, we aim to improve upon existing techniques.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